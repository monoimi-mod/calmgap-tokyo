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video" Target="../media/media-5-2.mp4"/><Relationship Id="rId3" Type="http://schemas.microsoft.com/office/2007/relationships/media" Target="../media/media-5-2.mp4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video" Target="../media/media-6-2.mp4"/><Relationship Id="rId3" Type="http://schemas.microsoft.com/office/2007/relationships/media" Target="../media/media-6-2.mp4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video" Target="../media/media-7-2.mp4"/><Relationship Id="rId3" Type="http://schemas.microsoft.com/office/2007/relationships/media" Target="../media/media-7-2.mp4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334024" y="1617315"/>
            <a:ext cx="7052965" cy="39754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479727" y="1558379"/>
            <a:ext cx="6212681" cy="35029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Media 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706713" y="1617315"/>
            <a:ext cx="7447955" cy="41976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カームダウン・クールダウンスペース 設置優先度マップ（calmgap-tokyo）</dc:title>
  <dc:subject>PptxGenJS Presentation</dc:subject>
  <dc:creator>monoimi</dc:creator>
  <cp:lastModifiedBy>monoimi</cp:lastModifiedBy>
  <cp:revision>1</cp:revision>
  <dcterms:created xsi:type="dcterms:W3CDTF">2026-08-18T01:53:21Z</dcterms:created>
  <dcterms:modified xsi:type="dcterms:W3CDTF">2026-08-18T01:53:21Z</dcterms:modified>
</cp:coreProperties>
</file>